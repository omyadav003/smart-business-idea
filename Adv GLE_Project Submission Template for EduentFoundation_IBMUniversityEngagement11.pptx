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5" r:id="rId5"/>
    <p:sldId id="278" r:id="rId6"/>
    <p:sldId id="281" r:id="rId7"/>
    <p:sldId id="279" r:id="rId8"/>
    <p:sldId id="264" r:id="rId9"/>
    <p:sldId id="286" r:id="rId10"/>
    <p:sldId id="287" r:id="rId11"/>
    <p:sldId id="280" r:id="rId12"/>
    <p:sldId id="288" r:id="rId13"/>
    <p:sldId id="289"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omyadav003/Smart-Business-Idea"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610204852"/>
              </p:ext>
            </p:extLst>
          </p:nvPr>
        </p:nvGraphicFramePr>
        <p:xfrm>
          <a:off x="1102321" y="2572883"/>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sz="2800" dirty="0"/>
                        <a:t>Om Yadav</a:t>
                      </a:r>
                      <a:endParaRPr sz="2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om003y@gmail.com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9881502848</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[Business…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IN" sz="2400" dirty="0">
                <a:highlight>
                  <a:srgbClr val="FFFF00"/>
                </a:highlight>
              </a:rPr>
              <a:t>Smart Business Idea Generator Agent </a:t>
            </a:r>
            <a:r>
              <a:rPr lang="en-US" sz="2400" b="1" dirty="0">
                <a:highlight>
                  <a:srgbClr val="FFFF00"/>
                </a:highlight>
              </a:rPr>
              <a:t>]</a:t>
            </a:r>
            <a:endParaRPr lang="en-IN" sz="2400" b="1" dirty="0">
              <a:highlight>
                <a:srgbClr val="FFFF00"/>
              </a:highlight>
            </a:endParaRPr>
          </a:p>
        </p:txBody>
      </p:sp>
      <p:pic>
        <p:nvPicPr>
          <p:cNvPr id="5" name="Picture 4">
            <a:extLst>
              <a:ext uri="{FF2B5EF4-FFF2-40B4-BE49-F238E27FC236}">
                <a16:creationId xmlns:a16="http://schemas.microsoft.com/office/drawing/2014/main" id="{8D45472B-6DCC-D511-62C0-2F083490A9EA}"/>
              </a:ext>
            </a:extLst>
          </p:cNvPr>
          <p:cNvPicPr>
            <a:picLocks noChangeAspect="1"/>
          </p:cNvPicPr>
          <p:nvPr/>
        </p:nvPicPr>
        <p:blipFill>
          <a:blip r:embed="rId3"/>
          <a:stretch>
            <a:fillRect/>
          </a:stretch>
        </p:blipFill>
        <p:spPr>
          <a:xfrm>
            <a:off x="3634704" y="3609804"/>
            <a:ext cx="1609344" cy="10147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658368" y="1234440"/>
            <a:ext cx="10607040" cy="523220"/>
          </a:xfrm>
          <a:prstGeom prst="rect">
            <a:avLst/>
          </a:prstGeom>
          <a:noFill/>
        </p:spPr>
        <p:txBody>
          <a:bodyPr wrap="square" rtlCol="0">
            <a:spAutoFit/>
          </a:bodyPr>
          <a:lstStyle/>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658368" y="741997"/>
            <a:ext cx="11533632" cy="5509200"/>
          </a:xfrm>
          <a:prstGeom prst="rect">
            <a:avLst/>
          </a:prstGeom>
          <a:noFill/>
        </p:spPr>
        <p:txBody>
          <a:bodyPr wrap="square" rtlCol="0">
            <a:spAutoFit/>
          </a:bodyPr>
          <a:lstStyle/>
          <a:p>
            <a:r>
              <a:rPr lang="en-US" sz="2800" b="1" dirty="0"/>
              <a:t>Problem Statement </a:t>
            </a:r>
            <a:r>
              <a:rPr lang="en-US" sz="2400" b="1" dirty="0"/>
              <a:t>– </a:t>
            </a:r>
          </a:p>
          <a:p>
            <a:pPr fontAlgn="base"/>
            <a:r>
              <a:rPr lang="en-US" sz="1600" b="1" dirty="0"/>
              <a:t>Problem Statement : </a:t>
            </a:r>
            <a:r>
              <a:rPr lang="en-IN" sz="1600" dirty="0"/>
              <a:t>Business Idea Generator Agent</a:t>
            </a:r>
            <a:endParaRPr lang="en-US" sz="1600" dirty="0"/>
          </a:p>
          <a:p>
            <a:pPr fontAlgn="base"/>
            <a:endParaRPr lang="en-US" sz="1600" b="1" dirty="0"/>
          </a:p>
          <a:p>
            <a:pPr fontAlgn="base"/>
            <a:r>
              <a:rPr lang="en-US" sz="1600" b="1" dirty="0"/>
              <a:t>The Challenge</a:t>
            </a:r>
            <a:r>
              <a:rPr lang="en-US" sz="1600" dirty="0"/>
              <a:t> </a:t>
            </a:r>
          </a:p>
          <a:p>
            <a:pPr fontAlgn="base"/>
            <a:r>
              <a:rPr lang="en-IN" sz="1600" dirty="0"/>
              <a:t>In the digital era, innovation is crucial, but individuals, students, researchers, and organizations often struggle with idea generation. Brainstorming sessions are unstructured, inspiration is scattered across articles, videos, and social media, and existing tools focus on text-only prompts without context-awareness. The challenge is not just to suggest random ideas but to synthesize creativity, context, and relevance into intelligent, actionable ideas for diverse domains such as startups, research, content creation, or product development</a:t>
            </a:r>
            <a:endParaRPr lang="en-US" sz="1600" dirty="0"/>
          </a:p>
          <a:p>
            <a:pPr fontAlgn="base"/>
            <a:r>
              <a:rPr lang="en-US" sz="1600" b="1" dirty="0"/>
              <a:t>The Objective</a:t>
            </a:r>
            <a:r>
              <a:rPr lang="en-US" sz="1600" dirty="0"/>
              <a:t> </a:t>
            </a:r>
          </a:p>
          <a:p>
            <a:pPr fontAlgn="base"/>
            <a:r>
              <a:rPr lang="en-IN" sz="1600" dirty="0"/>
              <a:t>Build an agentic AI Smart Idea Generator that empowers users with contextual, innovative, and multimodal ideation. The solution should: </a:t>
            </a:r>
          </a:p>
          <a:p>
            <a:pPr marL="342900" indent="-342900" fontAlgn="base">
              <a:buAutoNum type="arabicPeriod"/>
            </a:pPr>
            <a:r>
              <a:rPr lang="en-IN" sz="1600" b="1" dirty="0"/>
              <a:t>Fuse Knowledge Sources</a:t>
            </a:r>
            <a:r>
              <a:rPr lang="en-IN" sz="1600" dirty="0"/>
              <a:t>: Pull insights from articles, research papers, trend analysis, and social platforms to generate contextual and current ideas. </a:t>
            </a:r>
          </a:p>
          <a:p>
            <a:pPr marL="342900" indent="-342900" fontAlgn="base">
              <a:buAutoNum type="arabicPeriod"/>
            </a:pPr>
            <a:r>
              <a:rPr lang="en-IN" sz="1600" dirty="0"/>
              <a:t> </a:t>
            </a:r>
            <a:r>
              <a:rPr lang="en-IN" sz="1600" b="1" dirty="0"/>
              <a:t>Enable Multimodal Brainstorming</a:t>
            </a:r>
            <a:r>
              <a:rPr lang="en-IN" sz="1600" dirty="0"/>
              <a:t>: Accept inputs like text prompts, images (e.g., product sketches), or voice notes and refine them into structured, creative suggestions. </a:t>
            </a:r>
          </a:p>
          <a:p>
            <a:pPr marL="342900" indent="-342900" fontAlgn="base">
              <a:buAutoNum type="arabicPeriod"/>
            </a:pPr>
            <a:r>
              <a:rPr lang="en-IN" sz="1600" b="1" dirty="0"/>
              <a:t>Create a Predictive &amp; Agentic Layer</a:t>
            </a:r>
            <a:r>
              <a:rPr lang="en-IN" sz="1600" dirty="0"/>
              <a:t>: Identify trending domains (e.g., AI in healthcare, sustainable energy), forecast idea relevance, and recommend high-impact directions.  </a:t>
            </a:r>
          </a:p>
          <a:p>
            <a:pPr marL="342900" indent="-342900" fontAlgn="base">
              <a:buAutoNum type="arabicPeriod"/>
            </a:pPr>
            <a:r>
              <a:rPr lang="en-IN" sz="1600" b="1" dirty="0"/>
              <a:t>Visualize Idea Maps</a:t>
            </a:r>
            <a:r>
              <a:rPr lang="en-IN" sz="1600" dirty="0"/>
              <a:t>: Provide an interactive dashboard that organizes ideas into categories, impact scores, and feasibility maps, helping users explore and refine concepts quickly.</a:t>
            </a:r>
          </a:p>
          <a:p>
            <a:endParaRPr lang="en-IN" sz="2000"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934920"/>
            <a:ext cx="10607040" cy="5262979"/>
          </a:xfrm>
          <a:prstGeom prst="rect">
            <a:avLst/>
          </a:prstGeom>
          <a:noFill/>
        </p:spPr>
        <p:txBody>
          <a:bodyPr wrap="square" rtlCol="0">
            <a:spAutoFit/>
          </a:bodyPr>
          <a:lstStyle/>
          <a:p>
            <a:pPr fontAlgn="base"/>
            <a:endParaRPr lang="en-US" b="1" dirty="0"/>
          </a:p>
          <a:p>
            <a:r>
              <a:rPr lang="en-US" b="1" dirty="0"/>
              <a:t>Proposed Solution: AI-Powered Business Idea Generator</a:t>
            </a:r>
          </a:p>
          <a:p>
            <a:r>
              <a:rPr lang="en-IN" dirty="0"/>
              <a:t>The </a:t>
            </a:r>
            <a:r>
              <a:rPr lang="en-IN" b="1" dirty="0"/>
              <a:t>Smart Business Idea Generator</a:t>
            </a:r>
            <a:r>
              <a:rPr lang="en-IN" dirty="0"/>
              <a:t> is a web-based application that helps aspiring entrepreneurs, students, and startup enthusiasts discover innovative business ideas based on their interests. The system uses a predefined database of business ideas categorized into different industries such as Technology, Food, Education, Health, Finance, Fashion, and Environment. Users simply select a category and the application generates a unique business idea along with useful information such as investment requirements, difficulty level, and business potential.</a:t>
            </a:r>
          </a:p>
          <a:p>
            <a:r>
              <a:rPr lang="en-IN" dirty="0"/>
              <a:t>The application is developed using </a:t>
            </a:r>
            <a:r>
              <a:rPr lang="en-IN" b="1" dirty="0"/>
              <a:t>HTML, CSS, and JavaScript</a:t>
            </a:r>
            <a:r>
              <a:rPr lang="en-IN" dirty="0"/>
              <a:t>, making it lightweight, responsive, and easy to use without requiring any backend server or database.</a:t>
            </a:r>
          </a:p>
          <a:p>
            <a:pPr fontAlgn="base"/>
            <a:endParaRPr lang="en-US" dirty="0"/>
          </a:p>
          <a:p>
            <a:r>
              <a:rPr lang="en-IN" b="1" dirty="0"/>
              <a:t>Working of the System</a:t>
            </a:r>
          </a:p>
          <a:p>
            <a:r>
              <a:rPr lang="en-IN" dirty="0"/>
              <a:t>1. The user opens the website. </a:t>
            </a:r>
          </a:p>
          <a:p>
            <a:r>
              <a:rPr lang="en-IN" dirty="0"/>
              <a:t>2. The homepage displays different business categories. </a:t>
            </a:r>
          </a:p>
          <a:p>
            <a:r>
              <a:rPr lang="en-IN" dirty="0"/>
              <a:t>3. The user selects a preferred category. </a:t>
            </a:r>
          </a:p>
          <a:p>
            <a:r>
              <a:rPr lang="en-IN" dirty="0"/>
              <a:t>4. The user clicks the </a:t>
            </a:r>
            <a:r>
              <a:rPr lang="en-IN" b="1" dirty="0"/>
              <a:t>Generate Idea</a:t>
            </a:r>
            <a:r>
              <a:rPr lang="en-IN" dirty="0"/>
              <a:t> button. </a:t>
            </a:r>
          </a:p>
          <a:p>
            <a:r>
              <a:rPr lang="en-IN" dirty="0"/>
              <a:t>5. JavaScript randomly selects a business idea from the chosen category. </a:t>
            </a:r>
          </a:p>
          <a:p>
            <a:r>
              <a:rPr lang="en-IN" dirty="0"/>
              <a:t>6. The website displays: </a:t>
            </a:r>
          </a:p>
          <a:p>
            <a:pPr lvl="1"/>
            <a:r>
              <a:rPr lang="en-IN" dirty="0"/>
              <a:t>     - Business Name </a:t>
            </a:r>
          </a:p>
          <a:p>
            <a:pPr lvl="1"/>
            <a:r>
              <a:rPr lang="en-IN" dirty="0"/>
              <a:t>     - Description </a:t>
            </a:r>
          </a:p>
          <a:p>
            <a:pPr lvl="1"/>
            <a:r>
              <a:rPr lang="en-IN" dirty="0"/>
              <a:t>     - Estimated Investment </a:t>
            </a:r>
          </a:p>
          <a:p>
            <a:pPr lvl="1"/>
            <a:r>
              <a:rPr lang="en-IN" dirty="0"/>
              <a:t>     - Difficulty Level </a:t>
            </a:r>
          </a:p>
          <a:p>
            <a:pPr lvl="1"/>
            <a:r>
              <a:rPr lang="en-IN" dirty="0"/>
              <a:t>     - Business Potential Rating </a:t>
            </a:r>
          </a:p>
          <a:p>
            <a:r>
              <a:rPr lang="en-IN" dirty="0"/>
              <a:t>7. The user can generate another idea anytime.</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Nutrition Agent efficiently. IBM Cloud enables a </a:t>
            </a:r>
            <a:r>
              <a:rPr lang="en-US" sz="1800" b="1"/>
              <a:t>reliable, secure, and scalable environment</a:t>
            </a:r>
            <a:r>
              <a:rPr lang="en-US" sz="1800"/>
              <a:t> for deploying the Nutrition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data first, then generate intelligent answers</a:t>
            </a:r>
            <a:r>
              <a:rPr lang="en-US" sz="1800"/>
              <a:t>, making the Nutrition Agent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 </a:t>
            </a:r>
            <a:r>
              <a:rPr lang="en-US" sz="180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nutritional data retrieval</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665321" y="462427"/>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665321" y="1183045"/>
            <a:ext cx="8823960" cy="5601533"/>
          </a:xfrm>
          <a:prstGeom prst="rect">
            <a:avLst/>
          </a:prstGeom>
          <a:noFill/>
        </p:spPr>
        <p:txBody>
          <a:bodyPr wrap="square" rtlCol="0">
            <a:spAutoFit/>
          </a:bodyPr>
          <a:lstStyle/>
          <a:p>
            <a:r>
              <a:rPr lang="en-IN" sz="2000" b="1" dirty="0" err="1"/>
              <a:t>Langflow</a:t>
            </a:r>
            <a:r>
              <a:rPr lang="en-IN" sz="2000" b="1" dirty="0"/>
              <a:t> Components Used</a:t>
            </a:r>
          </a:p>
          <a:p>
            <a:pPr marL="342900" indent="-342900">
              <a:lnSpc>
                <a:spcPct val="150000"/>
              </a:lnSpc>
              <a:buFont typeface="Arial" panose="020B0604020202020204" pitchFamily="34" charset="0"/>
              <a:buChar char="•"/>
            </a:pPr>
            <a:r>
              <a:rPr lang="en-IN" sz="2000" b="1" dirty="0"/>
              <a:t>Chat Input</a:t>
            </a:r>
            <a:r>
              <a:rPr lang="en-IN" sz="2000" dirty="0"/>
              <a:t> – Receives the user's business requirements. </a:t>
            </a:r>
          </a:p>
          <a:p>
            <a:pPr marL="342900" indent="-342900">
              <a:lnSpc>
                <a:spcPct val="150000"/>
              </a:lnSpc>
              <a:buFont typeface="Arial" panose="020B0604020202020204" pitchFamily="34" charset="0"/>
              <a:buChar char="•"/>
            </a:pPr>
            <a:r>
              <a:rPr lang="en-IN" sz="2000" b="1" dirty="0"/>
              <a:t>Prompt</a:t>
            </a:r>
            <a:r>
              <a:rPr lang="en-IN" sz="2000" dirty="0"/>
              <a:t> – Defines the AI's role and instructions. </a:t>
            </a:r>
          </a:p>
          <a:p>
            <a:pPr marL="342900" indent="-342900">
              <a:lnSpc>
                <a:spcPct val="150000"/>
              </a:lnSpc>
              <a:buFont typeface="Arial" panose="020B0604020202020204" pitchFamily="34" charset="0"/>
              <a:buChar char="•"/>
            </a:pPr>
            <a:r>
              <a:rPr lang="en-IN" sz="2000" b="1" dirty="0"/>
              <a:t>LLM (OpenAI/</a:t>
            </a:r>
            <a:r>
              <a:rPr lang="en-IN" sz="2000" b="1" dirty="0" err="1"/>
              <a:t>Groq</a:t>
            </a:r>
            <a:r>
              <a:rPr lang="en-IN" sz="2000" b="1" dirty="0"/>
              <a:t>/Gemini/</a:t>
            </a:r>
            <a:r>
              <a:rPr lang="en-IN" sz="2000" b="1" dirty="0" err="1"/>
              <a:t>Ollama</a:t>
            </a:r>
            <a:r>
              <a:rPr lang="en-IN" sz="2000" b="1" dirty="0"/>
              <a:t>)</a:t>
            </a:r>
            <a:r>
              <a:rPr lang="en-IN" sz="2000" dirty="0"/>
              <a:t> – Generates personalized business ideas. </a:t>
            </a:r>
          </a:p>
          <a:p>
            <a:pPr marL="342900" indent="-342900">
              <a:lnSpc>
                <a:spcPct val="150000"/>
              </a:lnSpc>
              <a:buFont typeface="Arial" panose="020B0604020202020204" pitchFamily="34" charset="0"/>
              <a:buChar char="•"/>
            </a:pPr>
            <a:r>
              <a:rPr lang="en-IN" sz="2000" b="1" dirty="0"/>
              <a:t>Agent</a:t>
            </a:r>
            <a:r>
              <a:rPr lang="en-IN" sz="2000" dirty="0"/>
              <a:t> – </a:t>
            </a:r>
            <a:r>
              <a:rPr lang="en-IN" sz="2000" dirty="0" err="1"/>
              <a:t>Analyzes</a:t>
            </a:r>
            <a:r>
              <a:rPr lang="en-IN" sz="2000" dirty="0"/>
              <a:t> user input and makes intelligent decisions. </a:t>
            </a:r>
          </a:p>
          <a:p>
            <a:pPr marL="342900" indent="-342900">
              <a:lnSpc>
                <a:spcPct val="150000"/>
              </a:lnSpc>
              <a:buFont typeface="Arial" panose="020B0604020202020204" pitchFamily="34" charset="0"/>
              <a:buChar char="•"/>
            </a:pPr>
            <a:r>
              <a:rPr lang="en-IN" sz="2000" b="1" dirty="0"/>
              <a:t>Memory</a:t>
            </a:r>
            <a:r>
              <a:rPr lang="en-IN" sz="2000" dirty="0"/>
              <a:t> – Remembers previous conversation context. </a:t>
            </a:r>
          </a:p>
          <a:p>
            <a:pPr marL="342900" indent="-342900">
              <a:lnSpc>
                <a:spcPct val="150000"/>
              </a:lnSpc>
              <a:buFont typeface="Arial" panose="020B0604020202020204" pitchFamily="34" charset="0"/>
              <a:buChar char="•"/>
            </a:pPr>
            <a:r>
              <a:rPr lang="en-IN" sz="2000" b="1" dirty="0"/>
              <a:t>Output (Chat Output)</a:t>
            </a:r>
            <a:r>
              <a:rPr lang="en-IN" sz="2000" dirty="0"/>
              <a:t> – Displays the generated business ideas and recommendations</a:t>
            </a:r>
            <a:r>
              <a:rPr lang="en-IN" dirty="0"/>
              <a:t>.</a:t>
            </a:r>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4" name="Picture 3">
            <a:extLst>
              <a:ext uri="{FF2B5EF4-FFF2-40B4-BE49-F238E27FC236}">
                <a16:creationId xmlns:a16="http://schemas.microsoft.com/office/drawing/2014/main" id="{C597681A-DF93-B190-DD21-CBAEDA4E3CBF}"/>
              </a:ext>
            </a:extLst>
          </p:cNvPr>
          <p:cNvPicPr>
            <a:picLocks noChangeAspect="1"/>
          </p:cNvPicPr>
          <p:nvPr/>
        </p:nvPicPr>
        <p:blipFill>
          <a:blip r:embed="rId3"/>
          <a:srcRect/>
          <a:stretch/>
        </p:blipFill>
        <p:spPr>
          <a:xfrm>
            <a:off x="1141625" y="1139263"/>
            <a:ext cx="10255990" cy="550545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1600438"/>
          </a:xfrm>
          <a:prstGeom prst="rect">
            <a:avLst/>
          </a:prstGeom>
          <a:noFill/>
        </p:spPr>
        <p:txBody>
          <a:bodyPr wrap="square" rtlCol="0">
            <a:spAutoFit/>
          </a:bodyPr>
          <a:lstStyle/>
          <a:p>
            <a:r>
              <a:rPr lang="en-IN" b="1" dirty="0"/>
              <a:t>Role of the Agentic AI in Smart Business Idea Generator Agent</a:t>
            </a:r>
          </a:p>
          <a:p>
            <a:endParaRPr lang="en-IN" b="1" dirty="0"/>
          </a:p>
          <a:p>
            <a:r>
              <a:rPr lang="en-IN" b="1" dirty="0"/>
              <a:t>The Agentic AI acts as an intelligent business advisor that understands the user's needs, </a:t>
            </a:r>
            <a:r>
              <a:rPr lang="en-IN" b="1" dirty="0" err="1"/>
              <a:t>analyzes</a:t>
            </a:r>
            <a:r>
              <a:rPr lang="en-IN" b="1" dirty="0"/>
              <a:t> their inputs, and recommends personalized business ideas with practical guidance. It helps users make informed decisions and choose the most suitable business opportunity.</a:t>
            </a:r>
            <a:endParaRPr lang="en-IN"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332232" y="448056"/>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332232" y="1152144"/>
            <a:ext cx="11301984" cy="4190314"/>
          </a:xfrm>
          <a:prstGeom prst="rect">
            <a:avLst/>
          </a:prstGeom>
          <a:noFill/>
        </p:spPr>
        <p:txBody>
          <a:bodyPr wrap="square" rtlCol="0">
            <a:spAutoFit/>
          </a:bodyPr>
          <a:lstStyle/>
          <a:p>
            <a:pPr>
              <a:lnSpc>
                <a:spcPct val="150000"/>
              </a:lnSpc>
            </a:pPr>
            <a:r>
              <a:rPr lang="en-IN" sz="2000" b="1" dirty="0"/>
              <a:t>Novelty and Uniqueness – Smart Business Idea Generator Agent</a:t>
            </a:r>
          </a:p>
          <a:p>
            <a:pPr>
              <a:lnSpc>
                <a:spcPct val="150000"/>
              </a:lnSpc>
            </a:pPr>
            <a:r>
              <a:rPr lang="en-IN" sz="2000" dirty="0"/>
              <a:t>Generates </a:t>
            </a:r>
            <a:r>
              <a:rPr lang="en-IN" sz="2000" b="1" dirty="0"/>
              <a:t>personalized business ideas</a:t>
            </a:r>
            <a:r>
              <a:rPr lang="en-IN" sz="2000" dirty="0"/>
              <a:t> instead of generic suggestions.</a:t>
            </a:r>
          </a:p>
          <a:p>
            <a:pPr>
              <a:lnSpc>
                <a:spcPct val="150000"/>
              </a:lnSpc>
            </a:pPr>
            <a:r>
              <a:rPr lang="en-IN" sz="2000" dirty="0"/>
              <a:t>Considers the user's </a:t>
            </a:r>
            <a:r>
              <a:rPr lang="en-IN" sz="2000" b="1" dirty="0"/>
              <a:t>skills, interests, budget, and location</a:t>
            </a:r>
            <a:r>
              <a:rPr lang="en-IN" sz="2000" dirty="0"/>
              <a:t>.</a:t>
            </a:r>
          </a:p>
          <a:p>
            <a:pPr>
              <a:lnSpc>
                <a:spcPct val="150000"/>
              </a:lnSpc>
            </a:pPr>
            <a:r>
              <a:rPr lang="en-IN" sz="2000" dirty="0" err="1"/>
              <a:t>Analyzes</a:t>
            </a:r>
            <a:r>
              <a:rPr lang="en-IN" sz="2000" dirty="0"/>
              <a:t> </a:t>
            </a:r>
            <a:r>
              <a:rPr lang="en-IN" sz="2000" b="1" dirty="0"/>
              <a:t>current market trends</a:t>
            </a:r>
            <a:r>
              <a:rPr lang="en-IN" sz="2000" dirty="0"/>
              <a:t> to recommend relevant opportunities.</a:t>
            </a:r>
          </a:p>
          <a:p>
            <a:pPr>
              <a:lnSpc>
                <a:spcPct val="150000"/>
              </a:lnSpc>
            </a:pPr>
            <a:r>
              <a:rPr lang="en-IN" sz="2000" dirty="0"/>
              <a:t>Provides </a:t>
            </a:r>
            <a:r>
              <a:rPr lang="en-IN" sz="2000" b="1" dirty="0"/>
              <a:t>investment, profit, risks, and growth potential</a:t>
            </a:r>
            <a:r>
              <a:rPr lang="en-IN" sz="2000" dirty="0"/>
              <a:t> for each idea.</a:t>
            </a:r>
          </a:p>
          <a:p>
            <a:pPr>
              <a:lnSpc>
                <a:spcPct val="150000"/>
              </a:lnSpc>
            </a:pPr>
            <a:r>
              <a:rPr lang="en-IN" sz="2000" dirty="0"/>
              <a:t>Offers a </a:t>
            </a:r>
            <a:r>
              <a:rPr lang="en-IN" sz="2000" b="1" dirty="0"/>
              <a:t>step-by-step business launch plan</a:t>
            </a:r>
            <a:r>
              <a:rPr lang="en-IN" sz="2000" dirty="0"/>
              <a:t>.</a:t>
            </a:r>
          </a:p>
          <a:p>
            <a:pPr>
              <a:lnSpc>
                <a:spcPct val="150000"/>
              </a:lnSpc>
            </a:pPr>
            <a:r>
              <a:rPr lang="en-IN" sz="2000" dirty="0"/>
              <a:t>Recommends the </a:t>
            </a:r>
            <a:r>
              <a:rPr lang="en-IN" sz="2000" b="1" dirty="0"/>
              <a:t>best business idea</a:t>
            </a:r>
            <a:r>
              <a:rPr lang="en-IN" sz="2000" dirty="0"/>
              <a:t> based on the user's profile.</a:t>
            </a:r>
          </a:p>
          <a:p>
            <a:pPr>
              <a:lnSpc>
                <a:spcPct val="150000"/>
              </a:lnSpc>
            </a:pPr>
            <a:r>
              <a:rPr lang="en-IN" sz="2000" dirty="0"/>
              <a:t>Saves time by delivering </a:t>
            </a:r>
            <a:r>
              <a:rPr lang="en-IN" sz="2000" b="1" dirty="0"/>
              <a:t>data-driven and practical recommendations</a:t>
            </a:r>
            <a:r>
              <a:rPr lang="en-IN" sz="2000" dirty="0"/>
              <a:t> in one place.</a:t>
            </a:r>
          </a:p>
          <a:p>
            <a:pPr>
              <a:lnSpc>
                <a:spcPct val="150000"/>
              </a:lnSpc>
            </a:pPr>
            <a:endParaRPr lang="en-IN" sz="2000" dirty="0"/>
          </a:p>
        </p:txBody>
      </p:sp>
    </p:spTree>
    <p:extLst>
      <p:ext uri="{BB962C8B-B14F-4D97-AF65-F5344CB8AC3E}">
        <p14:creationId xmlns:p14="http://schemas.microsoft.com/office/powerpoint/2010/main" val="917964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IN" sz="1600" dirty="0">
                <a:hlinkClick r:id="rId3"/>
              </a:rPr>
              <a:t>omyadav003/Smart-Business-Idea: The Smart Business Idea Generator Agent is an AI-powered assistant that helps users discover profitable and practical business ideas based on their interests, skills, budget, location, and current market trends.</a:t>
            </a:r>
            <a:endParaRPr lang="en-IN" sz="1600" dirty="0"/>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1800" b="1" dirty="0"/>
              <a:t>1. AI-Based Business Plan Generation</a:t>
            </a:r>
          </a:p>
          <a:p>
            <a:r>
              <a:rPr lang="en-IN" sz="1800" dirty="0"/>
              <a:t>The system can automatically generate complete business plans, including executive summaries, market analysis, financial projections, marketing strategies, and operational plans based on the selected business idea.</a:t>
            </a:r>
          </a:p>
          <a:p>
            <a:endParaRPr lang="en-IN" sz="1800" dirty="0"/>
          </a:p>
          <a:p>
            <a:r>
              <a:rPr lang="en-IN" sz="1800" b="1" dirty="0"/>
              <a:t>2. Real-Time Market Trend Analysis</a:t>
            </a:r>
          </a:p>
          <a:p>
            <a:r>
              <a:rPr lang="en-IN" sz="1800" dirty="0"/>
              <a:t>By integrating live market data, news, and industry reports, the application can recommend business ideas based on current market demand, emerging technologies, and consumer trends.</a:t>
            </a:r>
          </a:p>
          <a:p>
            <a:endParaRPr lang="en-IN" sz="1800" dirty="0"/>
          </a:p>
          <a:p>
            <a:r>
              <a:rPr lang="en-IN" sz="1800" b="1" dirty="0"/>
              <a:t>3. Financial Feasibility Analysis</a:t>
            </a:r>
          </a:p>
          <a:p>
            <a:r>
              <a:rPr lang="en-IN" sz="1800" dirty="0"/>
              <a:t>Future versions can estimate startup costs, expected revenue, profit margins, break-even points, and return on investment (ROI), helping users evaluate the financial viability of their business ideas.</a:t>
            </a:r>
          </a:p>
          <a:p>
            <a:endParaRPr lang="en-IN" sz="1800" dirty="0"/>
          </a:p>
          <a:p>
            <a:r>
              <a:rPr lang="en-IN" sz="1800" b="1" dirty="0"/>
              <a:t>4. Competitor Analysis</a:t>
            </a:r>
          </a:p>
          <a:p>
            <a:r>
              <a:rPr lang="en-IN" sz="1800" dirty="0"/>
              <a:t>The system can </a:t>
            </a:r>
            <a:r>
              <a:rPr lang="en-IN" sz="1800" dirty="0" err="1"/>
              <a:t>analyze</a:t>
            </a:r>
            <a:r>
              <a:rPr lang="en-IN" sz="1800" dirty="0"/>
              <a:t> existing competitors in the selected business domain and provide insights into their strengths, weaknesses, pricing strategies, and market positioning</a:t>
            </a:r>
            <a:endParaRPr sz="18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6C2687A7-B6BD-1EF8-6877-DF400631C026}"/>
              </a:ext>
            </a:extLst>
          </p:cNvPr>
          <p:cNvPicPr>
            <a:picLocks noChangeAspect="1"/>
          </p:cNvPicPr>
          <p:nvPr/>
        </p:nvPicPr>
        <p:blipFill>
          <a:blip r:embed="rId2"/>
          <a:stretch>
            <a:fillRect/>
          </a:stretch>
        </p:blipFill>
        <p:spPr>
          <a:xfrm>
            <a:off x="2011680" y="1213281"/>
            <a:ext cx="8055863" cy="5437339"/>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346DE1BE-00B5-FC54-05DA-7BA3552EC2BB}"/>
              </a:ext>
            </a:extLst>
          </p:cNvPr>
          <p:cNvPicPr>
            <a:picLocks noChangeAspect="1"/>
          </p:cNvPicPr>
          <p:nvPr/>
        </p:nvPicPr>
        <p:blipFill>
          <a:blip r:embed="rId2"/>
          <a:stretch>
            <a:fillRect/>
          </a:stretch>
        </p:blipFill>
        <p:spPr>
          <a:xfrm>
            <a:off x="1714412" y="1353313"/>
            <a:ext cx="9116568" cy="4987682"/>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TotalTime>
  <Words>1129</Words>
  <Application>Microsoft Office PowerPoint</Application>
  <PresentationFormat>Widescreen</PresentationFormat>
  <Paragraphs>112</Paragraphs>
  <Slides>14</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Om Yadav</cp:lastModifiedBy>
  <cp:revision>17</cp:revision>
  <dcterms:created xsi:type="dcterms:W3CDTF">2025-07-08T05:06:56Z</dcterms:created>
  <dcterms:modified xsi:type="dcterms:W3CDTF">2026-07-15T15:03:47Z</dcterms:modified>
</cp:coreProperties>
</file>